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11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83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25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42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76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88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1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42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24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14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1913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2138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7824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320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659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9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C1A70-BEE5-4FA5-A747-85011A38BFDF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C95BDA6-FE92-4704-BA48-798754D68C8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84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psilva1985/MEC-303-Modelagem-Computacional-de-Estruturas/tree/main/AE1%20MEC%20303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F529-C058-17FD-7E7C-99B9560FC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AE1- Atividade de Estudos: Fundamentos de Modelagem Computacional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D3E0A-7B1F-C52F-EFC0-4379EB2ED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Aluno: Tiago Paulino da Silva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80470-6EB5-CE44-882E-242BE0ACFDAB}"/>
              </a:ext>
            </a:extLst>
          </p:cNvPr>
          <p:cNvSpPr txBox="1"/>
          <p:nvPr/>
        </p:nvSpPr>
        <p:spPr>
          <a:xfrm>
            <a:off x="286256" y="5235470"/>
            <a:ext cx="11905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MEC-303-Modelagem-Computacional-de-Estruturas/AE1 MEC 303 </a:t>
            </a:r>
            <a:r>
              <a:rPr lang="pt-BR" dirty="0" err="1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</a:t>
            </a:r>
            <a:r>
              <a:rPr lang="pt-BR" dirty="0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dirty="0" err="1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</a:t>
            </a:r>
            <a:r>
              <a:rPr lang="pt-B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tpsilva1985/MEC-303-Modelagem-Computacional-de-Estruturas</a:t>
            </a:r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1B1B1-9C0B-0CB8-C969-0E5BD3D92F19}"/>
              </a:ext>
            </a:extLst>
          </p:cNvPr>
          <p:cNvSpPr txBox="1"/>
          <p:nvPr/>
        </p:nvSpPr>
        <p:spPr>
          <a:xfrm>
            <a:off x="765544" y="4710223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86391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9F9D-1C88-AA08-69E9-B749F9B2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1514666" cy="1320800"/>
          </a:xfrm>
        </p:spPr>
        <p:txBody>
          <a:bodyPr>
            <a:normAutofit fontScale="90000"/>
          </a:bodyPr>
          <a:lstStyle/>
          <a:p>
            <a:r>
              <a:rPr lang="pt-BR" dirty="0"/>
              <a:t>B) Implementação Computacional:</a:t>
            </a:r>
            <a:br>
              <a:rPr lang="pt-BR" dirty="0"/>
            </a:br>
            <a:r>
              <a:rPr lang="pt-BR" dirty="0"/>
              <a:t>Usando linguagens de programação (Python, ou </a:t>
            </a:r>
            <a:r>
              <a:rPr lang="pt-BR" dirty="0" err="1"/>
              <a:t>Matalb</a:t>
            </a:r>
            <a:r>
              <a:rPr lang="pt-BR" dirty="0"/>
              <a:t> ou </a:t>
            </a:r>
            <a:r>
              <a:rPr lang="pt-BR" dirty="0" err="1"/>
              <a:t>Octave</a:t>
            </a:r>
            <a:r>
              <a:rPr lang="pt-BR" dirty="0"/>
              <a:t>, </a:t>
            </a:r>
            <a:r>
              <a:rPr lang="pt-BR" dirty="0" err="1"/>
              <a:t>etc</a:t>
            </a:r>
            <a:r>
              <a:rPr lang="pt-BR" dirty="0"/>
              <a:t>) implementar exemplos de modelos</a:t>
            </a:r>
            <a:br>
              <a:rPr lang="pt-BR" dirty="0"/>
            </a:br>
            <a:r>
              <a:rPr lang="pt-BR" dirty="0"/>
              <a:t>considerando: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53214-712D-1031-9CFF-89E1D1DD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5" y="2963635"/>
            <a:ext cx="11854317" cy="22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4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3101-3D08-7948-E399-5A4954D2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1. Treliças estáticas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89FDCC-E37F-AC8D-A5F2-820593622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444243" y="2066212"/>
            <a:ext cx="5475514" cy="410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EA11AA-C24C-DE8D-C047-75CD6113AE97}"/>
              </a:ext>
            </a:extLst>
          </p:cNvPr>
          <p:cNvSpPr txBox="1"/>
          <p:nvPr/>
        </p:nvSpPr>
        <p:spPr>
          <a:xfrm>
            <a:off x="677334" y="1382485"/>
            <a:ext cx="25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(BEER, Johnston Ed 10)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974EE6E-82C5-85B1-06FB-8F722A11D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718249" y="2066213"/>
            <a:ext cx="5475514" cy="410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C47893-E2C8-6AC8-C7A5-42FE6059D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49"/>
          <a:stretch>
            <a:fillRect/>
          </a:stretch>
        </p:blipFill>
        <p:spPr>
          <a:xfrm>
            <a:off x="8573533" y="2487535"/>
            <a:ext cx="3378984" cy="3265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53F170-D30F-9EC7-2E3B-EBDECCB1C071}"/>
              </a:ext>
            </a:extLst>
          </p:cNvPr>
          <p:cNvSpPr txBox="1"/>
          <p:nvPr/>
        </p:nvSpPr>
        <p:spPr>
          <a:xfrm>
            <a:off x="8573533" y="2024301"/>
            <a:ext cx="34952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Python – Programa desenvolvido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637C6-AEFF-E65F-275A-2F2C2CA8F080}"/>
              </a:ext>
            </a:extLst>
          </p:cNvPr>
          <p:cNvSpPr txBox="1"/>
          <p:nvPr/>
        </p:nvSpPr>
        <p:spPr>
          <a:xfrm>
            <a:off x="8978369" y="5879068"/>
            <a:ext cx="29741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Resultado 100% compatível</a:t>
            </a:r>
          </a:p>
        </p:txBody>
      </p:sp>
    </p:spTree>
    <p:extLst>
      <p:ext uri="{BB962C8B-B14F-4D97-AF65-F5344CB8AC3E}">
        <p14:creationId xmlns:p14="http://schemas.microsoft.com/office/powerpoint/2010/main" val="239184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5B95-3923-71DC-BCE1-163DC7B59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Vigas e </a:t>
            </a:r>
            <a:r>
              <a:rPr lang="pt-BR" dirty="0" err="1"/>
              <a:t>Porticos</a:t>
            </a:r>
            <a:endParaRPr lang="pt-B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B2D2C-99D4-FF28-2A8C-778D52493652}"/>
              </a:ext>
            </a:extLst>
          </p:cNvPr>
          <p:cNvSpPr txBox="1"/>
          <p:nvPr/>
        </p:nvSpPr>
        <p:spPr>
          <a:xfrm>
            <a:off x="8573533" y="2024301"/>
            <a:ext cx="34952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Python – Programa desenvolvido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18948-5BC7-3593-4FD5-6D286668ACD7}"/>
              </a:ext>
            </a:extLst>
          </p:cNvPr>
          <p:cNvSpPr txBox="1"/>
          <p:nvPr/>
        </p:nvSpPr>
        <p:spPr>
          <a:xfrm>
            <a:off x="8978369" y="4850592"/>
            <a:ext cx="29741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Resultado 100% compatível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7DF629-74F9-D18F-59EF-51E174DFF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658919" y="1943386"/>
            <a:ext cx="5615865" cy="421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2CDAEEB-CC6B-2CB0-7966-9B12673D5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05" r="25972" b="20548"/>
          <a:stretch>
            <a:fillRect/>
          </a:stretch>
        </p:blipFill>
        <p:spPr bwMode="auto">
          <a:xfrm rot="16200000">
            <a:off x="934483" y="647388"/>
            <a:ext cx="2591411" cy="421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924B0B-C2D1-162A-D469-81EC5111BA26}"/>
              </a:ext>
            </a:extLst>
          </p:cNvPr>
          <p:cNvSpPr txBox="1"/>
          <p:nvPr/>
        </p:nvSpPr>
        <p:spPr>
          <a:xfrm>
            <a:off x="677334" y="1382485"/>
            <a:ext cx="25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(BEER, Johnston Ed 10)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B80E1E-B7C6-9009-1F7E-5C993682E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540" y="2920853"/>
            <a:ext cx="3595459" cy="158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3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3DD4-7C4B-DE5C-E360-1EA8A2EE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3. Elementos bidimensionais (estado plano de tensões)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86750-FA11-97A9-5B4A-A6AE532F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0827"/>
            <a:ext cx="5640666" cy="4430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B7ACE-5A8A-35E7-7660-D8051F956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1820"/>
            <a:ext cx="3690257" cy="904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25A61F-87BA-FC51-C860-F806AC709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823" y="2673123"/>
            <a:ext cx="6466730" cy="20186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7DF3D9-EA50-1903-498D-9938685A57DF}"/>
              </a:ext>
            </a:extLst>
          </p:cNvPr>
          <p:cNvSpPr txBox="1"/>
          <p:nvPr/>
        </p:nvSpPr>
        <p:spPr>
          <a:xfrm>
            <a:off x="7147504" y="2303791"/>
            <a:ext cx="34952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Python – Programa desenvolvido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9366AB-C02D-64CA-4B20-6CEB95AF229A}"/>
              </a:ext>
            </a:extLst>
          </p:cNvPr>
          <p:cNvSpPr txBox="1"/>
          <p:nvPr/>
        </p:nvSpPr>
        <p:spPr>
          <a:xfrm>
            <a:off x="6768569" y="4872530"/>
            <a:ext cx="3170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Resultado 100% compatível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B3DF3-BE3C-5BD1-1418-56FC1114E53C}"/>
              </a:ext>
            </a:extLst>
          </p:cNvPr>
          <p:cNvSpPr txBox="1"/>
          <p:nvPr/>
        </p:nvSpPr>
        <p:spPr>
          <a:xfrm>
            <a:off x="4844143" y="1556657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Ugural</a:t>
            </a:r>
            <a:r>
              <a:rPr lang="pt-BR" dirty="0"/>
              <a:t> </a:t>
            </a:r>
            <a:r>
              <a:rPr lang="pt-BR" dirty="0" err="1"/>
              <a:t>Fenster</a:t>
            </a:r>
            <a:r>
              <a:rPr lang="pt-BR" dirty="0"/>
              <a:t> </a:t>
            </a:r>
            <a:r>
              <a:rPr lang="pt-BR" dirty="0" err="1"/>
              <a:t>Chaper</a:t>
            </a:r>
            <a:r>
              <a:rPr lang="pt-BR" dirty="0"/>
              <a:t> 2 </a:t>
            </a:r>
          </a:p>
        </p:txBody>
      </p:sp>
    </p:spTree>
    <p:extLst>
      <p:ext uri="{BB962C8B-B14F-4D97-AF65-F5344CB8AC3E}">
        <p14:creationId xmlns:p14="http://schemas.microsoft.com/office/powerpoint/2010/main" val="315605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7406-8709-07E5-5993-669BD648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 Análise de modos e frequências naturais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61B93-F4C4-248A-D443-FA1DB23B5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77" y="1778454"/>
            <a:ext cx="4885266" cy="5089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1ABE5-9995-A88D-5E5F-C605B985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3" y="1930400"/>
            <a:ext cx="7002777" cy="4227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12DD6C-357A-90BF-5562-88DE1E58C6BE}"/>
              </a:ext>
            </a:extLst>
          </p:cNvPr>
          <p:cNvSpPr txBox="1"/>
          <p:nvPr/>
        </p:nvSpPr>
        <p:spPr>
          <a:xfrm>
            <a:off x="7048282" y="1409122"/>
            <a:ext cx="34952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Python – Programa desenvolvido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8F2677-A371-F91A-1CB5-D081006AFB41}"/>
              </a:ext>
            </a:extLst>
          </p:cNvPr>
          <p:cNvSpPr txBox="1"/>
          <p:nvPr/>
        </p:nvSpPr>
        <p:spPr>
          <a:xfrm>
            <a:off x="7373446" y="6309632"/>
            <a:ext cx="3170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Resultado 100% compatível</a:t>
            </a:r>
          </a:p>
        </p:txBody>
      </p:sp>
    </p:spTree>
    <p:extLst>
      <p:ext uri="{BB962C8B-B14F-4D97-AF65-F5344CB8AC3E}">
        <p14:creationId xmlns:p14="http://schemas.microsoft.com/office/powerpoint/2010/main" val="116385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9D22-12B7-E31B-510E-4A6F47D4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5. Resposta dinâmica de estruturas usando integração numérica no domínio do tempo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17E598-55D0-E2EB-6F54-95041C7E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422"/>
            <a:ext cx="3980466" cy="2777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AD9A7-50FD-7FC4-BA07-157FAF75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195"/>
            <a:ext cx="4833257" cy="2559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96346-61D7-F7DB-C1A6-04ACA2913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894" y="2079250"/>
            <a:ext cx="6405278" cy="3112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F0324E-316E-1DEB-1744-171152BA7B66}"/>
              </a:ext>
            </a:extLst>
          </p:cNvPr>
          <p:cNvSpPr txBox="1"/>
          <p:nvPr/>
        </p:nvSpPr>
        <p:spPr>
          <a:xfrm>
            <a:off x="6841454" y="1666195"/>
            <a:ext cx="34952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Python – Programa desenvolvido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DB45EB-2873-7AAC-1D58-09DAD3C768E5}"/>
              </a:ext>
            </a:extLst>
          </p:cNvPr>
          <p:cNvSpPr txBox="1"/>
          <p:nvPr/>
        </p:nvSpPr>
        <p:spPr>
          <a:xfrm>
            <a:off x="7166618" y="5340655"/>
            <a:ext cx="3170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Resultado 100% compatível</a:t>
            </a:r>
          </a:p>
        </p:txBody>
      </p:sp>
    </p:spTree>
    <p:extLst>
      <p:ext uri="{BB962C8B-B14F-4D97-AF65-F5344CB8AC3E}">
        <p14:creationId xmlns:p14="http://schemas.microsoft.com/office/powerpoint/2010/main" val="31050661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</TotalTime>
  <Words>152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AE1- Atividade de Estudos: Fundamentos de Modelagem Computacional</vt:lpstr>
      <vt:lpstr>B) Implementação Computacional: Usando linguagens de programação (Python, ou Matalb ou Octave, etc) implementar exemplos de modelos considerando:</vt:lpstr>
      <vt:lpstr>1. Treliças estáticas </vt:lpstr>
      <vt:lpstr>2. Vigas e Porticos</vt:lpstr>
      <vt:lpstr>3. Elementos bidimensionais (estado plano de tensões)</vt:lpstr>
      <vt:lpstr>4. Análise de modos e frequências naturais</vt:lpstr>
      <vt:lpstr>5. Resposta dinâmica de estruturas usando integração numérica no domínio do tempo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Paulino da Silva</dc:creator>
  <cp:lastModifiedBy>Tiago Paulino da Silva</cp:lastModifiedBy>
  <cp:revision>1</cp:revision>
  <dcterms:created xsi:type="dcterms:W3CDTF">2025-11-02T22:35:22Z</dcterms:created>
  <dcterms:modified xsi:type="dcterms:W3CDTF">2025-11-03T00:19:36Z</dcterms:modified>
</cp:coreProperties>
</file>